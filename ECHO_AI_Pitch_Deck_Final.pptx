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DFCFF"/>
                </a:solidFill>
              </a:defRPr>
            </a:pPr>
            <a:r>
              <a:t>ECHO AI</a:t>
            </a:r>
          </a:p>
          <a:p>
            <a:pPr>
              <a:defRPr sz="2400">
                <a:solidFill>
                  <a:srgbClr val="E5E2E9"/>
                </a:solidFill>
              </a:defRPr>
            </a:pPr>
            <a:r>
              <a:t>A Digital Memory Layer for Humanity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i="1">
                <a:solidFill>
                  <a:srgbClr val="6750A4"/>
                </a:solidFill>
              </a:defRPr>
            </a:pPr>
            <a:r>
              <a:t>"Preserving human intelligence beyond human lifespan"</a:t>
            </a:r>
          </a:p>
          <a:p>
            <a:pPr algn="r">
              <a:defRPr sz="1400">
                <a:solidFill>
                  <a:srgbClr val="49454F"/>
                </a:solidFill>
              </a:defRPr>
            </a:pPr>
            <a:r>
              <a:t>[Your Name] | [Hackathon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B1B1F"/>
                </a:solidFill>
              </a:defRPr>
            </a:pPr>
            <a:r>
              <a:t>When a great scientist, doctor, or inventor dies, their knowledge dies with them.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📄 100 research papers survive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❌ But the REASONING disappears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❌ Information is fragmented across formats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❌ Context &amp; decision-making process disappears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❌ Failures are never published</a:t>
            </a:r>
          </a:p>
          <a:p>
            <a:pPr lvl="1">
              <a:defRPr sz="2000">
                <a:solidFill>
                  <a:srgbClr val="49454F"/>
                </a:solidFill>
              </a:defRPr>
            </a:pPr>
            <a:r>
              <a:t>❌ You cannot ask the dead a question</a:t>
            </a:r>
          </a:p>
          <a:p>
            <a:br/>
            <a:pPr>
              <a:defRPr sz="2400" b="1">
                <a:solidFill>
                  <a:srgbClr val="6750A4"/>
                </a:solidFill>
              </a:defRPr>
            </a:pPr>
            <a:r>
              <a:t>"The what survives. The WHY? Gone."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430000" cy="1097280"/>
          </a:xfrm>
          <a:prstGeom prst="rect">
            <a:avLst/>
          </a:prstGeom>
          <a:solidFill>
            <a:srgbClr val="E5E2E9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750A4"/>
                </a:solidFill>
              </a:defRPr>
            </a:pPr>
            <a:r>
              <a:t>ECHO AI creates a bridge between human intelligence and future civilization.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Books preserve WHAT humans knew. ECHO AI preserves HOW humans thought.</a:t>
            </a:r>
          </a:p>
          <a:p>
            <a:pPr>
              <a:defRPr sz="2000"/>
            </a:pPr>
            <a:r>
              <a:t>→ Upload documents (PDF, Notes, Journals)</a:t>
            </a:r>
          </a:p>
          <a:p>
            <a:pPr>
              <a:defRPr sz="2000"/>
            </a:pPr>
            <a:r>
              <a:t>→ AI extracts knowledge structure</a:t>
            </a:r>
          </a:p>
          <a:p>
            <a:pPr>
              <a:defRPr sz="2000"/>
            </a:pPr>
            <a:r>
              <a:t>→ Builds a Memory Graph</a:t>
            </a:r>
          </a:p>
          <a:p>
            <a:pPr>
              <a:defRPr sz="2000"/>
            </a:pPr>
            <a:r>
              <a:t>→ Converse with the preserved mind</a:t>
            </a:r>
          </a:p>
          <a:p>
            <a:br/>
            <a:pPr>
              <a:defRPr sz="2000"/>
            </a:pPr>
            <a:r>
              <a:t>Building a collective intelligence network, one mind at a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1005840"/>
          </a:xfrm>
          <a:prstGeom prst="roundRect">
            <a:avLst/>
          </a:prstGeom>
          <a:solidFill>
            <a:srgbClr val="E5E2E9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750A4"/>
                </a:solidFill>
              </a:defRPr>
            </a:pPr>
            <a:r>
              <a:t>FRONTEND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Next.js, React, Tailwind, Material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0058400" cy="1005840"/>
          </a:xfrm>
          <a:prstGeom prst="roundRect">
            <a:avLst/>
          </a:prstGeom>
          <a:solidFill>
            <a:srgbClr val="FDFCFF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750A4"/>
                </a:solidFill>
              </a:defRPr>
            </a:pPr>
            <a:r>
              <a:t>API GATEWAY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Next.js API Routes (REST) - Auth, Profile, Memory,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10058400" cy="1005840"/>
          </a:xfrm>
          <a:prstGeom prst="roundRect">
            <a:avLst/>
          </a:prstGeom>
          <a:solidFill>
            <a:srgbClr val="E5E2E9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750A4"/>
                </a:solidFill>
              </a:defRPr>
            </a:pPr>
            <a:r>
              <a:t>AI ENGINE (LOCAL)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Local Extraction, RAG Engine, Template-based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0058400" cy="1005840"/>
          </a:xfrm>
          <a:prstGeom prst="roundRect">
            <a:avLst/>
          </a:prstGeom>
          <a:solidFill>
            <a:srgbClr val="FDFCFF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6750A4"/>
                </a:solidFill>
              </a:defRPr>
            </a:pPr>
            <a:r>
              <a:t>DATABASE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Neon PostgreSQL (Prisma ORM)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WHY "ECHO"?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750A4"/>
                </a:solidFill>
              </a:defRPr>
            </a:pPr>
            <a:r>
              <a:t>ECHO = Every Character Has an Origin</a:t>
            </a:r>
          </a:p>
          <a:p>
            <a:br/>
            <a:pPr>
              <a:defRPr b="1" sz="2200"/>
            </a:pPr>
            <a:r>
              <a:t>🏛️ Greek Mythology Context:</a:t>
            </a:r>
          </a:p>
          <a:p>
            <a:pPr>
              <a:defRPr sz="2000"/>
            </a:pPr>
            <a:r>
              <a:t>Echo was a nymph who could only repeat the last words spoken to her.</a:t>
            </a:r>
          </a:p>
          <a:p>
            <a:br/>
            <a:pPr>
              <a:defRPr b="1" sz="2200"/>
            </a:pPr>
            <a:r>
              <a:t>💡 Our ECHO Vision:</a:t>
            </a:r>
          </a:p>
          <a:p>
            <a:pPr>
              <a:defRPr sz="2000"/>
            </a:pPr>
            <a:r>
              <a:t>A preserved mind that echoes back the knowledge, reasoning, and wisdom of the person it preserves.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📤 Knowledge Upload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PDF, TXT, MD support with extraction.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🧠 AI Extraction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Facts, Decisions, Failures, Principles.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🕸️ Memory Graph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Interactive Graph: Person → Discovery →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💬 Ask The Memory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Grounded RAG Chat with citations.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🧬 Thinking Style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Captures writing voice and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5303520" cy="1188720"/>
          </a:xfrm>
          <a:prstGeom prst="rect">
            <a:avLst/>
          </a:prstGeom>
          <a:solidFill>
            <a:srgbClr val="E5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750A4"/>
                </a:solidFill>
              </a:defRPr>
            </a:pPr>
            <a:r>
              <a:t>⏱️ Timeline</a:t>
            </a:r>
          </a:p>
          <a:p>
            <a:pPr>
              <a:defRPr sz="1600">
                <a:solidFill>
                  <a:srgbClr val="1B1B1F"/>
                </a:solidFill>
              </a:defRPr>
            </a:pPr>
            <a:r>
              <a:t>Chronological mapping of life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B1F"/>
                </a:solidFill>
              </a:defRPr>
            </a:pPr>
            <a:r>
              <a:t>DEMO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Subject: Dr. Aryan Rao (Battery Scientist)</a:t>
            </a:r>
          </a:p>
          <a:p>
            <a:pPr>
              <a:defRPr sz="2000"/>
            </a:pPr>
            <a:r>
              <a:t>Input: 50 research papers + lab notes</a:t>
            </a:r>
          </a:p>
          <a:p>
            <a:pPr>
              <a:defRPr b="1"/>
            </a:pPr>
            <a:r>
              <a:t>Judge asks: "Why did you reject the lithium-metal design?"</a:t>
            </a:r>
          </a:p>
          <a:p>
            <a:pPr>
              <a:defRPr b="1" sz="2200">
                <a:solidFill>
                  <a:srgbClr val="6750A4"/>
                </a:solidFill>
              </a:defRPr>
            </a:pPr>
            <a:br/>
            <a:r>
              <a:t>🤖 ECHO Response:</a:t>
            </a:r>
            <a:br/>
            <a:r>
              <a:t>"Based on your 2028 notes, thermal stability was insufficient. Dendrite nucleation at 60°C created a runaway risk you weren't willing to ship."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1B1B1F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49454F"/>
                </a:solidFill>
              </a:defRPr>
            </a:pPr>
            <a:r>
              <a:t>ECHO AI - Your intelligence, echoed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2860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FCFF"/>
                </a:solidFill>
              </a:defRPr>
            </a:pPr>
            <a:r>
              <a:t>Project: ECHO AI</a:t>
            </a:r>
          </a:p>
          <a:p>
            <a:pPr>
              <a:defRPr sz="1800">
                <a:solidFill>
                  <a:srgbClr val="FDFCFF"/>
                </a:solidFill>
              </a:defRPr>
            </a:pPr>
            <a:r>
              <a:t>🔗 Demo: [Your Link]</a:t>
            </a:r>
          </a:p>
          <a:p>
            <a:pPr>
              <a:defRPr sz="1800">
                <a:solidFill>
                  <a:srgbClr val="FDFCFF"/>
                </a:solidFill>
              </a:defRPr>
            </a:pPr>
            <a:r>
              <a:t>🐙 GitHub: github.com/vishaldev78/echoAi</a:t>
            </a:r>
          </a:p>
          <a:p>
            <a:br/>
            <a:pPr>
              <a:defRPr sz="1800">
                <a:solidFill>
                  <a:srgbClr val="FDFCFF"/>
                </a:solidFill>
              </a:defRPr>
            </a:pPr>
            <a:r>
              <a:t>Team:</a:t>
            </a:r>
          </a:p>
          <a:p>
            <a:pPr>
              <a:defRPr sz="1800">
                <a:solidFill>
                  <a:srgbClr val="FDFCFF"/>
                </a:solidFill>
              </a:defRPr>
            </a:pPr>
            <a:r>
              <a:t>[Your Name]</a:t>
            </a:r>
          </a:p>
          <a:p>
            <a:pPr>
              <a:defRPr sz="1800">
                <a:solidFill>
                  <a:srgbClr val="FDFCFF"/>
                </a:solidFill>
              </a:defRPr>
            </a:pPr>
            <a:r>
              <a:t>[Contact Info]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